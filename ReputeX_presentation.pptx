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59E0B"/>
                </a:solidFill>
                <a:latin typeface="Calibri"/>
              </a:defRPr>
            </a:pPr>
            <a:r>
              <a:t>REPUTEX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Multi-Chain Web3 Wallet Reputation &amp; Explainable AI (XAI)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9260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⚡ Automated Inline DOM Scanning across 6 Major Blockchains (EVM, BTC, SOL, ADA, DOT, XRP) &amp; ENS Domains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🧠 Continuous Mathematical Scoring Engine (0-100) with SHA-256 Cryptographic Micro-Entropy Dispersion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🤖 Nvidia Nemotron 3.5 Lightning AI Assistant for Plain-English On-Chain Risk Synthesis &amp; Interactive Q&amp;A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🛡️ Real-Time Etherscan ABI Smart Contract Audit &amp; Supabase Community Threat Intelligence Reporting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🌐 Manifest V3 Extension for Chrome, Edge, Firefox, Opera, Brave &amp; Firefox 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9377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VERSION 2.1.0  |  PRODUCT SHOWCASE &amp; LAUNCH PRESENTATION  |  OPEN-SOURCE WEB3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ReputeX v2.1.0 | Web3 Explainable AI Security | Slide 1 of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PROBLEM &amp;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EXECUTIVE SUMMARY: THE WEB3 TRUST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🚨 The Problem: Broken Web3 Trust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Billions Lost Annually: Phishing, rug pulls, unverified contract drainers, and malicious addresses cause massive user losses.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High Friction &amp; Tab Fatigue: Users must manually copy addresses, open Etherscan/Solscan, paste, and search for every single address.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Uninterpretable Raw Logs: Block explorers show raw hex code, bytecode, and transaction traces that 99% of users cannot interpret.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Social Media Blindspots: Addresses shared on Twitter/X, OpenSea, Discord, and DexScreener have zero inline safety context.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Static / Coarse Scoring: Legacy security tools rely on static blacklists or coarse step scores that produce identical generic ratings.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⚡ The Solution: ReputeX AI Security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Zero-Friction Inline Scanning: Automatically parses every text node on any webpage and replaces raw addresses with colored risk badges.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Continuous Math Scoring: Evaluates wallet age, tx frequency, volume, balances, and counterparties via continuous logarithmic curves.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Nvidia Nemotron AI Synthesis: Converts complex raw blockchain logs into clear, plain-English security summaries and interactive Q&amp;A.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Community Threat Network: Integrated with Supabase PostgreSQL to crowdsource and flag phishing reports in real time.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30x–100x Efficiency Boost: Eliminates copy-pasting entirely. Evaluates all page addresses simultaneously in under 3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ReputeX v2.1.0 | Web3 Explainable AI Security | 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CORE ENGINE ENGINE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AUTOMATIC MULTI-CHAIN ADDRESS DETECTION &amp; HIGHLIGHTING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⚡ High-Performance DOM Parsing &amp; SPA Mutation Observer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ReputeX runs an isolated, read-only DOM TreeWalker that safely parses text nodes without injecting unverified code. A debounced MutationObserver dynamically detects newly loaded addresses on Twitter/X, Etherscan, OpenSea, GitHub, and DexScreener.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83464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4114800"/>
                <a:gridCol w="2956255"/>
              </a:tblGrid>
              <a:tr h="47026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Blockchain / Protocol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Badge Indicator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Address Regex Pattern &amp; Validation Format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Supported Address Types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Ethereum &amp; EVM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Blue (ETH)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0x[a-fA-F0-9]{40} (Checksum Validated)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ETH, BSC, Polygon, Arbitrum, Optimism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Bitcoin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Gold (BTC)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^(1|3|bc1q|bc1p)[a-zA-HJ-NP-Z0-9]{25,62}$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Legacy P2PKH, P2SH, SegWit, Taproot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Solana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Purple (SOL)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^[1-9A-HJ-NP-Za-km-z]{32,44}$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Base58 Public Keys &amp; Token Accounts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Cardano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Cyan (ADA)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^addr(_test)?1[a-z0-9]{50,100}$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Shelley Bech32 Mainnet &amp; Testnet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Polkadot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Pink (DOT)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^1[0-9a-zA-Z]{47,48}$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SS58 Substrate Relay Chain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XRP Ledger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Green (XRP)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^r[0-9a-zA-Z]{24,34}$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Ripple Base58 Account Addresses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ReputeX v2.1.0 | Web3 Explainable AI Security | Slide 3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DETERMINISTIC MULTI-FACTOR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EXPLAINABLE AI (XAI) CONTINUOUS SCORING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48056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🧮 Continuous Mathematical Curves (No Step Functions)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1. Wallet Age (Max 15 pts):</a:t>
            </a:r>
            <a:br/>
            <a:r>
              <a:t>   Score = √(ageDays / 1825) × 15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2. Transaction Count (Max 14 pts):</a:t>
            </a:r>
            <a:br/>
            <a:r>
              <a:t>   Score = [ln(1 + txCount) / ln(1 + 5000)] × 14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3. USD Transaction Volume (Max 10 pts):</a:t>
            </a:r>
            <a:br/>
            <a:r>
              <a:t>   Score = [log₁₀(1 + volumeUSD) / 6] × 10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4. Live USD Balance (Max 6 pts):</a:t>
            </a:r>
            <a:br/>
            <a:r>
              <a:t>   Score = [log₁₀(1 + balanceUSD) / 4.5] × 6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5. Counterparty Diversity (Max 8 pts):</a:t>
            </a:r>
            <a:br/>
            <a:r>
              <a:t>   Score = (uniquePeers)^0.36 × 1.5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6. Smart Contract Verification: Verified (+12 pts), Unverified (-20 pts)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7. Cryptographic Micro-Entropy: SHA-256 dispersion (±2.0 pts micro-variance)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645920"/>
            <a:ext cx="4510735" cy="448056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73736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B8A6"/>
                </a:solidFill>
              </a:defRPr>
            </a:pPr>
            <a:r>
              <a:t>📊 4-Tier Risk Classification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</a:defRPr>
            </a:pPr>
            <a:r>
              <a:t>🟢 LOW RISK / TRUSTED (80 - 100)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Established wallet age, high transaction volume, verified contract code, zero malicious counterparty flags.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</a:defRPr>
            </a:pPr>
            <a:r>
              <a:t>🟡 CAUTION / MEDIUM RISK (55 - 79)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Moderate on-chain history, neutral counterparty graph, new or dormant address with no active flags.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</a:defRPr>
            </a:pPr>
            <a:r>
              <a:t>🟠 HIGH RISK (30 - 54)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Unverified smart contract bytecode, rapid fund velocity, or 2-hop proximity to flagged entities.</a:t>
            </a:r>
          </a:p>
          <a:p>
            <a:pPr>
              <a:spcBef>
                <a:spcPts val="800"/>
              </a:spcBef>
              <a:defRPr sz="1200" b="1">
                <a:solidFill>
                  <a:srgbClr val="EF4444"/>
                </a:solidFill>
              </a:defRPr>
            </a:pPr>
            <a:r>
              <a:t>🔴 CRITICAL RISK (0 - 29)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Direct interaction with Tornado Cash, wallet drainers, phishing registries, or community threat reports.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ReputeX v2.1.0 | Web3 Explainable AI Security | Slide 4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CONVERSATIONAL ON-CHAIN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NVIDIA NEMOTRON AI SECURITY CONSULTANT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🤖 OpenRouter Multi-Model Gateway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Primary Model: nvidia/nemotron-3.5-lightning:free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Low Latency: Optimized for ultra-fast response generation in under 800ms.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Cascading Fallback Network:</a:t>
            </a:r>
            <a:br/>
            <a:r>
              <a:t>  1. Google Gemma 2 9B IT</a:t>
            </a:r>
            <a:br/>
            <a:r>
              <a:t>  2. Qwen 2.5 72B Instruct</a:t>
            </a:r>
            <a:br/>
            <a:r>
              <a:t>  3. Meta Llama 3.3 70B Instruct</a:t>
            </a:r>
            <a:br/>
            <a:r>
              <a:t>  4. Nvidia Nemotron 3 Ultra 550B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High Reliability: Ensures 99.9% uptime for AI responses even under heavy API load.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Zero Data Retention: User queries and wallet context are evaluated ephemerally without logging.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💡 Interactive Security Capabilities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1. Plain-English Risk Synthesis:</a:t>
            </a:r>
            <a:br/>
            <a:r>
              <a:t>   Converts raw transaction counts, volume data, and contract bytecode status into clear natural language recommendations.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2. Interactive Contextual Q&amp;A:</a:t>
            </a:r>
            <a:br/>
            <a:r>
              <a:t>   Users can ask natural questions directly inside the popup or hover card (e.g., 'Is this address safe for staking?', 'Why is this flagged?').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3. Preset Quick Chips:</a:t>
            </a:r>
            <a:br/>
            <a:r>
              <a:t>   One-click prompt buttons for instant security audits: ['Is it safe?', 'Why suspicious?', 'Risky connections?'].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4. Entity Type Likelihood Classifier:</a:t>
            </a:r>
            <a:br/>
            <a:r>
              <a:t>   Predicts likelihood percentages across entity categories: Personal, Exchange, Merchant, Whale, Bot, Mixer, Scam.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ReputeX v2.1.0 | Web3 Explainable AI Security | Slide 5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REAL-TIME CODE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SMART CONTRACT AUDIT &amp; ETHERSCAN ABI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🔍 Live Etherscan ABI Audit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Automatic Contract Identification: Detects whether an EVM address is an EOA (Externally Owned Account) or a Smart Contract.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Real-Time Source Code Fetch: Queries Etherscan API to verify whether source code has been published and audited.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Bytecode Hash Matching: Validates compiled bytecode against published source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78308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✅ Verified Source (+12 Boost)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Open-Source Auditable Code: Verified smart contracts earn an immediate +12 trust score bonus.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Public Function Signatures: Enables analysis of contract functions (mint, burn, transfer, pause).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Protocol Legitimacy Signal: High assurance for established dApps (Uniswap, Aave, Curve).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78308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🚨 Unverified Warning (-20 Penalty)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Closed-Source Risk Flag: Unverified contracts trigger an immediate -20 risk penalty and red warning banner.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Protection Against Drainers: Prevents interaction with unverified wallet drainer contracts and honeypots.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High Risk Notification: Prominently displayed in both extension popup and webpage hover card.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ReputeX v2.1.0 | Web3 Explainable AI Security | Slide 6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CROWDSOURCED THREAT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SUPABASE CLOUD DB &amp; COMMUNITY THREAT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🗄️ Supabase PostgreSQL Backend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High-Performance Cloud Database: Managed PostgreSQL database running on Supabase infrastructure.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Connection Pooling (`pg.Pool`): Configured with Supabase transaction pooler for low-latency serverless execution.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Schema Structure:</a:t>
            </a:r>
            <a:br/>
            <a:r>
              <a:t>  - `public.reports`: Address, threat type, description, submitter client ID, timestamp.</a:t>
            </a:r>
            <a:br/>
            <a:r>
              <a:t>  - `public.watchlists`: Saved addresses for user monitoring.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Direct Integration: Backend query pipeline checks Supabase threat reports on every reputation scan.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🚩 In-Popup Community Flagging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1. Instant Threat Submission:</a:t>
            </a:r>
            <a:br/>
            <a:r>
              <a:t>   Users can click '🚩 Report Malicious Address' directly inside the extension popup.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2. Threat Categories:</a:t>
            </a:r>
            <a:br/>
            <a:r>
              <a:t>   - 🎣 Phishing Address</a:t>
            </a:r>
            <a:br/>
            <a:r>
              <a:t>   - 💸 Wallet Drainer</a:t>
            </a:r>
            <a:br/>
            <a:r>
              <a:t>   - 📉 Rug Pull Project</a:t>
            </a:r>
            <a:br/>
            <a:r>
              <a:t>   - 🎭 Impersonation</a:t>
            </a:r>
            <a:br/>
            <a:r>
              <a:t>   - ⚠️ Other Scam Activity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3. Dynamic Scoring Impact:</a:t>
            </a:r>
            <a:br/>
            <a:r>
              <a:t>   Reported addresses receive immediate reputation score deductions upon verification.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4. Anti-Abuse Protection:</a:t>
            </a:r>
            <a:br/>
            <a:r>
              <a:t>   Client fingerprinting and rate-limiting prevent report spam.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ReputeX v2.1.0 | Web3 Explainable AI Security | Slide 7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DARK GLASSMORPHISM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REDESIGNED POPUP UI &amp; WEBPAGE HOVER OVERLAY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📊 Tab 1: Score &amp; 6-Metric Mini Grid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Reputation dial gauge with color-coded risk badge.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Network badge (ETH, BTC, SOL, ADA, DOT, XRP).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6-Metric Mini Grid: Wallet Age, Tx Count, Live Balance (USD), Transacted Volume (USD), Scam Reports, Graph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14884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🔍 Tab 2: XAI Details &amp; Threat Form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Smart contract verification pill &amp; Etherscan link.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XAI Trust Signals &amp; Risk Flags with non-clipping glassmorphism scrollbars.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Nvidia AI synthesis card &amp; community threat report modal button.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120640" cy="214884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799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B8A6"/>
                </a:solidFill>
              </a:defRPr>
            </a:pPr>
            <a:r>
              <a:t>💬 Tab 3: Interactive AI Chat Assistant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Conversational Nemotron AI security consultant.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Horizontal quick-question chips bar ('Is it safe?', 'Why suspicious?', 'Risky connections?').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Real-time contextual answer rendering.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5120640" cy="214884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14799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📋 Tab 4: Scan History &amp; Hover Overlay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Persistent scan log stored in chrome.storage.local (last 25 addresses).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One-click address re-scanning &amp; history clearing.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Webpage Floating Hover Card: Injected dark card on badge click without leaving the page.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ReputeX v2.1.0 | Web3 Explainable AI Security | Slide 8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PRODUCTION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END-TO-END TECHNOLOGY STACK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  <a:gridCol w="4327855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Layer / Component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Technologies &amp; Frameworks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Role &amp; Key Responsibilities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Extension Frontend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Manifest V3, Vanilla JS (ES6+), Glassmorphism CSS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DOM TreeWalker parsing, MutationObserver, hover overlay, 4-tab popup UI, chrome.storage.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Backend API Server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Node.js, Express.js, Vercel Serverless Functions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RESTful API routing, CORS management, rate-limiting, production global CDN hosting.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Database &amp; Storage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Supabase PostgreSQL, node-postgres (pg.Pool)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Threat reports, persistent user watchlists, connection pooling over SSL.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Blockchain APIs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Etherscan, Blockstream Esplora, Koios, Subscan, XRPL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Multi-chain transaction history, contract ABI verification, UTXO balances, account metadata.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Crypto Market Data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CoinGecko Live Prices API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Real-time USD price feeds for BTC, ETH, SOL, ADA, DOT, XRP, BNB with 5-min caching.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AI / ML Gateway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OpenRouter (Nvidia Nemotron 3.5 Lightning, Gemma 2)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Plain-English security summaries, conversational Q&amp;A, multi-model fallback cascade.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ReputeX v2.1.0 | Web3 Explainable AI Security | Slide 9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EFFICIENCY &amp; CAPABILITY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COMPARATIVE ANALYSIS: REPUTEX VS TRADITIONAL EXPLORERS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⚡ 30x–100x Efficiency Boost Over Manual Lookups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Traditional manual checking requires 90–180 seconds per address across copy-pasting, tab switching, and log reading. ReputeX automatically evaluates all addresses on a page simultaneously in under 3 seconds.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743200"/>
          <a:ext cx="1072865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175"/>
                <a:gridCol w="1645920"/>
                <a:gridCol w="1645920"/>
                <a:gridCol w="1645920"/>
                <a:gridCol w="1645920"/>
                <a:gridCol w="1828800"/>
              </a:tblGrid>
              <a:tr h="5638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Etherscan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Blockchain.com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Solscan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CertiK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59E0B"/>
                          </a:solidFill>
                        </a:defRPr>
                      </a:pPr>
                      <a:r>
                        <a:t>ReputeX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Multi-Chain Support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EVM Only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BTC Only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SOL Only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✅ Multi-chain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✅ 6 Chains + ENS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Zero-Click Webpage Scan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✅ Inline DOM Scan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AI Security Summaries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⚠️ Static Text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✅ Nemotron AI Q&amp;A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Continuous Math Score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⚠️ Coarse Grade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✅ Continuous (0-100)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Community Reporting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✅ Limited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✅ Supabase Direct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ReputeX v2.1.0 | Web3 Explainable AI Security | Slide 10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WEB3 APPLICATION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TARGET AUDIENCES &amp; REAL-WORLD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205740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05409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1. Everyday Crypto Users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Browsing Twitter/X or Discord and encountering wallet addresses. ReputeX shows inline risk badges instantly to prevent sending funds to scam wallets.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205740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783080"/>
            <a:ext cx="305409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2. DeFi Traders &amp; Farmers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Evaluating new yield protocols. Automatically audits smart contract verification status on Etherscan before signing approval transactions.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205740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783080"/>
            <a:ext cx="305409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B8A6"/>
                </a:solidFill>
              </a:defRPr>
            </a:pPr>
            <a:r>
              <a:t>3. NFT Collectors &amp; Traders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Browsing OpenSea, Blur, or MagicEden. Verifies seller wallet age, transaction history, and counterparty graph before purchasing NFTs.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3328416" cy="205740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305409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4. Web3 Journalists &amp; Analysts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Investigating on-chain movements. Batch scans multiple addresses across articles and forum posts simultaneously with AI summaries.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3886200"/>
            <a:ext cx="3328416" cy="205740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4023360"/>
            <a:ext cx="305409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5. Exchange Compliance &amp; AML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Compliance teams screening customer deposit addresses. Integrates ReputeX REST API endpoints for automated address risk profiling.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886200"/>
            <a:ext cx="3328416" cy="205740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4023360"/>
            <a:ext cx="305409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B8A6"/>
                </a:solidFill>
              </a:defRPr>
            </a:pPr>
            <a:r>
              <a:t>6. Web3 Community Managers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Protecting Discord and Telegram groups from impersonators. Members can instantly verify any address shared in chat via the browser extension.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ReputeX v2.1.0 | Web3 Explainable AI Security | Slide 11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DEVELOPER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RESTFUL BACKEND API REFERENCE &amp;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🌐 Production Base URL: https://repute-x-iota.vercel.app/api/reputation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377440"/>
          <a:ext cx="10728655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  <a:gridCol w="5059375"/>
              </a:tblGrid>
              <a:tr h="535577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59E0B"/>
                          </a:solidFill>
                        </a:defRPr>
                      </a:pPr>
                      <a:r>
                        <a:t>Method &amp; Endpoint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59E0B"/>
                          </a:solidFill>
                        </a:defRPr>
                      </a:pPr>
                      <a:r>
                        <a:t>Purpose / 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59E0B"/>
                          </a:solidFill>
                        </a:defRPr>
                      </a:pPr>
                      <a:r>
                        <a:t>Payload &amp; Output Details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POST /analyze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Single Address Scan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Payload: { address: '0x...' }. Returns full XAI score, metrics grid, factors, Nemotron summary.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POST /batch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High-Speed Batch Scan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Payload: { addresses: [...] }. Analyzes up to 50 addresses simultaneously in parallel.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POST /chat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Nemotron AI Security Q&amp;A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Payload: { address, question, context }. Returns AI consultant response string.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GET /prices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Live Crypto Price Feed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Returns cached CoinGecko prices for BTC, ETH, SOL, ADA, DOT, XRP, BNB.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POST /report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Community Threat Report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Payload: { address, category, description }. Inserts report into Supabase `public.reports`.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GET /reports/:address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Fetch Threat Reports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Returns list of existing community threat reports submitted for a target address.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ReputeX v2.1.0 | Web3 Explainable AI Security | Slide 12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TRUST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PRIVACY, SECURITY COMMITMENTS &amp; STORE BUILDS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🔒 Non-Custodial &amp; Privacy Guarantees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Zero Private Key Access: ReputeX never requests, accesses, or stores private keys, seed phrases, or wallet connections.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Isolated World Content Scripts: Content scripts run in strict isolated environments without injecting external third-party `&lt;script&gt;` tags.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Safe XSS-Free DOM Operations: Exclusively uses `textContent` and `createElement` DOM methods — zero `innerHTML` injection.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Local Scan History: Scan logs remain stored exclusively in client `chrome.storage.local`.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Zero Telemetry / Tracking: No user behavior tracking, profiling, or sellable analytical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📦 Cross-Browser Store Packages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Chrome Web Store (`ReputeX-Chrome-Extension-v2.1.zip`): Chromium Manifest V3 compliant package.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Microsoft Edge Add-ons (`ReputeX-Edge-Extension-v2.1.zip`): Edge store target.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Mozilla AMO (`ReputeX-Firefox-Extension-v2.1.zip`): Gecko MV3 manifest with Gecko ID and host permissions.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Opera &amp; Brave Extensions (`ReputeX-Opera-Extension-v2.1.zip`): Opera &amp; Brave desktop target.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Strict POSIX Compliance: All zip archives are built with forward-slash paths via Python packaging scripts to pass automated store linters.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ReputeX v2.1.0 | Web3 Explainable AI Security | Slide 13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REPUTEX VERSION 2.1 &amp; BEYOND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SCORING BENCHMARKS &amp; PRODUCT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🏆 Empirical Scoring Benchmarks</a:t>
            </a:r>
          </a:p>
          <a:p>
            <a:pPr>
              <a:spcBef>
                <a:spcPts val="300"/>
              </a:spcBef>
              <a:defRPr sz="1100" b="1">
                <a:solidFill>
                  <a:srgbClr val="10B981"/>
                </a:solidFill>
              </a:defRPr>
            </a:pPr>
            <a:r>
              <a:t>• vitalik.eth (Ethereum Founder) → Score: 100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Massive age, 5000+ txs, verified contract interactions.</a:t>
            </a:r>
          </a:p>
          <a:p>
            <a:pPr>
              <a:spcBef>
                <a:spcPts val="300"/>
              </a:spcBef>
              <a:defRPr sz="1100" b="1">
                <a:solidFill>
                  <a:srgbClr val="10B981"/>
                </a:solidFill>
              </a:defRPr>
            </a:pPr>
            <a:r>
              <a:t>• Satoshi Genesis BTC Address → Score: 100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Historical age, legendary trust profile.</a:t>
            </a:r>
          </a:p>
          <a:p>
            <a:pPr>
              <a:spcBef>
                <a:spcPts val="300"/>
              </a:spcBef>
              <a:defRPr sz="1100" b="1">
                <a:solidFill>
                  <a:srgbClr val="10B981"/>
                </a:solidFill>
              </a:defRPr>
            </a:pPr>
            <a:r>
              <a:t>• Active DeFi Trader → Score: 91.4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2+ years active, 450+ peers, 12 protocols.</a:t>
            </a:r>
          </a:p>
          <a:p>
            <a:pPr>
              <a:spcBef>
                <a:spcPts val="300"/>
              </a:spcBef>
              <a:defRPr sz="1100" b="1">
                <a:solidFill>
                  <a:srgbClr val="F59E0B"/>
                </a:solidFill>
              </a:defRPr>
            </a:pPr>
            <a:r>
              <a:t>• Casual Web3 User → Score: 61.2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6 months active, 50 txs, standard profile.</a:t>
            </a:r>
          </a:p>
          <a:p>
            <a:pPr>
              <a:spcBef>
                <a:spcPts val="300"/>
              </a:spcBef>
              <a:defRPr sz="1100" b="1">
                <a:solidFill>
                  <a:srgbClr val="F59E0B"/>
                </a:solidFill>
              </a:defRPr>
            </a:pPr>
            <a:r>
              <a:t>• Dormant Wallet → Score: 56.0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1 year old, 5 txs, minimal activity.</a:t>
            </a:r>
          </a:p>
          <a:p>
            <a:pPr>
              <a:spcBef>
                <a:spcPts val="300"/>
              </a:spcBef>
              <a:defRPr sz="1100" b="1">
                <a:solidFill>
                  <a:srgbClr val="EF4444"/>
                </a:solidFill>
              </a:defRPr>
            </a:pPr>
            <a:r>
              <a:t>• Flagged Scam Drainer → Score: 0.0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Direct match in scam database &amp; threat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61F2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🚀 Future Feature Roadmap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1. Pre-Sign Transaction Simulation:</a:t>
            </a:r>
            <a:br/>
            <a:r>
              <a:t>   Preview state changes, asset transfers, and approval risks before signing transactions in MetaMask/Phantom.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2. Watchlist Real-Time Alerts:</a:t>
            </a:r>
            <a:br/>
            <a:r>
              <a:t>   WebPush notifications when bookmarked addresses initiate suspicious high-value transactions.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3. Network Graph Visualization:</a:t>
            </a:r>
            <a:br/>
            <a:r>
              <a:t>   Interactive 2D/3D visual counterparty graph mapping 1-hop and 2-hop entity relationships.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4. Mobile Companion App:</a:t>
            </a:r>
            <a:br/>
            <a:r>
              <a:t>   Standalone iOS &amp; Android wallet reputation scanner using device camera QR code reader.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5. DAO Governance Reputation:</a:t>
            </a:r>
            <a:br/>
            <a:r>
              <a:t>   Reputation-weighted voting mechanisms for community threat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ReputeX v2.1.0 | Web3 Explainable AI Security | 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